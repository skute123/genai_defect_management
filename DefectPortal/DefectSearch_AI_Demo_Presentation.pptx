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🔍 DefectSearch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74C3C"/>
                </a:solidFill>
              </a:defRPr>
            </a:pPr>
            <a:r>
              <a:t>AI-Powered Defect Search &amp; Analysis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Leveraging GenAI &amp; LLM for Intelligent Defect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Amdocs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© 2026 DefectSearch AI | Powered by AI | Amdocs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371600"/>
            <a:ext cx="1371600" cy="13716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Manual defect search is time-consuming and inefficient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Difficulty finding similar past defects for resolution insights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Knowledge scattered across multiple documents and systems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No intelligent suggestions for defect resolution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Limited ability to learn from historical defect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10058400" cy="1371600"/>
          </a:xfrm>
          <a:prstGeom prst="round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💡 Average time to find relevant past defects: 15-30 minutes</a:t>
            </a:r>
          </a:p>
          <a:p>
            <a:pPr>
              <a:defRPr sz="1600">
                <a:solidFill>
                  <a:srgbClr val="646464"/>
                </a:solidFill>
              </a:defRPr>
            </a:pPr>
            <a:r>
              <a:t>💡 Resolution insights often missed due to manual search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Our Solution: DefectSearch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© 2026 DefectSearch AI | Powered by AI | Amdocs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An AI-powered platform that revolutionizes defect search and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Semantic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2004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AI understands context,</a:t>
            </a:r>
            <a:br/>
            <a:r>
              <a:t>not just keywords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1168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Similar Defects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004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Find 80-90% matching</a:t>
            </a:r>
            <a:br/>
            <a:r>
              <a:t>past defects instantly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AI Resolutions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32004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Smart suggestions from</a:t>
            </a:r>
            <a:br/>
            <a:r>
              <a:t>historical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9" y="2011680"/>
            <a:ext cx="25603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1E"/>
                </a:solidFill>
              </a:defRPr>
            </a:pPr>
            <a:r>
              <a:t>Knowledge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39" y="32004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Auto-link relevant</a:t>
            </a:r>
            <a:br/>
            <a:r>
              <a:t>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754880"/>
            <a:ext cx="10058400" cy="11887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✅ Powered by Ollama (Mistral) + Sentence Transformers</a:t>
            </a:r>
          </a:p>
          <a:p>
            <a:pPr>
              <a:defRPr sz="1400">
                <a:solidFill>
                  <a:srgbClr val="4CAF50"/>
                </a:solidFill>
              </a:defRPr>
            </a:pPr>
            <a:r>
              <a:t>100% Open Source | Runs Locally | No External API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© 2026 DefectSearch AI | Powered by AI | Amdocs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88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Traditional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887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Search by Issue Key or Keywords across ACC/SIT environments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AI-Enhanced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Semantic search understanding context and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Similar Defects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346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Automatically find 80-90% matching past defects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4️⃣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AI Suggested Resolutions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657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Smart resolution suggestions from historical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5️⃣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Knowledge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80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Link relevant documentation automatically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6️⃣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AI Context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Comprehensive analysis with historical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© 2026 DefectSearch AI | Powered by AI | Amdocs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828800" cy="7315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👤 User Query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1600200"/>
            <a:ext cx="365760" cy="228600"/>
          </a:xfrm>
          <a:prstGeom prst="right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1828800" cy="7315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🖥️ Streamlit UI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566160" y="2194560"/>
            <a:ext cx="274320" cy="365760"/>
          </a:xfrm>
          <a:prstGeom prst="downArrow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743200"/>
            <a:ext cx="4572000" cy="27432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🤖 AI Engine (GenAI Module)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32918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383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Embedding Service</a:t>
            </a:r>
            <a:br/>
            <a:r>
              <a:t>(Sentence Transformers)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29184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3383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Vector Store</a:t>
            </a:r>
            <a:br/>
            <a:r>
              <a:t>(NumPy-based)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411480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Defect Similarity</a:t>
            </a:r>
            <a:br/>
            <a:r>
              <a:t>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411480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206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Document</a:t>
            </a:r>
            <a:br/>
            <a:r>
              <a:t>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937760"/>
            <a:ext cx="1828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029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LLM Service</a:t>
            </a:r>
            <a:br/>
            <a:r>
              <a:t>(Ollama/Mistral)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371600"/>
            <a:ext cx="2011680" cy="13716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64592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🗄️ MySQL DB</a:t>
            </a:r>
          </a:p>
          <a:p>
            <a:pPr algn="ctr">
              <a:defRPr sz="1000"/>
            </a:pPr>
            <a:r>
              <a:t>ACC Defects</a:t>
            </a:r>
            <a:br/>
            <a:r>
              <a:t>SIT Defects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371600"/>
            <a:ext cx="201168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64592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📚 Knowledge Base</a:t>
            </a:r>
          </a:p>
          <a:p>
            <a:pPr algn="ctr">
              <a:defRPr sz="1000"/>
            </a:pPr>
            <a:r>
              <a:t>Documents</a:t>
            </a:r>
            <a:br/>
            <a:r>
              <a:t>(MD, PDF, DOCX)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200400"/>
            <a:ext cx="4572000" cy="2286000"/>
          </a:xfrm>
          <a:prstGeom prst="roundRect">
            <a:avLst/>
          </a:prstGeom>
          <a:solidFill>
            <a:srgbClr val="FCE4E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3383280"/>
            <a:ext cx="4206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📤 Enhanced Search Response</a:t>
            </a:r>
          </a:p>
          <a:p>
            <a:pPr>
              <a:defRPr sz="1100"/>
            </a:pPr>
            <a:r>
              <a:t>✅ Matching Defects</a:t>
            </a:r>
          </a:p>
          <a:p>
            <a:pPr>
              <a:defRPr sz="1100"/>
            </a:pPr>
            <a:r>
              <a:t>✅ Similar Past Defects</a:t>
            </a:r>
          </a:p>
          <a:p>
            <a:pPr>
              <a:defRPr sz="1100"/>
            </a:pPr>
            <a:r>
              <a:t>✅ AI Resolutions</a:t>
            </a:r>
          </a:p>
          <a:p>
            <a:pPr>
              <a:defRPr sz="1100"/>
            </a:pPr>
            <a:r>
              <a:t>✅ Related Documents</a:t>
            </a:r>
          </a:p>
          <a:p>
            <a:pPr>
              <a:defRPr sz="1100"/>
            </a:pPr>
            <a:r>
              <a:t>✅ Context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AI-Enhanced Search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© 2026 DefectSearch AI | Powered by AI | Amdocs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User enters</a:t>
            </a:r>
            <a:br/>
            <a:r>
              <a:t>search query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37360" y="1508760"/>
            <a:ext cx="73152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94560" y="13716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4447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79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2148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Generate query</a:t>
            </a:r>
            <a:br/>
            <a:r>
              <a:t>embedding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74720" y="1508760"/>
            <a:ext cx="73152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31920" y="13716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4447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148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Search vector</a:t>
            </a:r>
            <a:br/>
            <a:r>
              <a:t>store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12079" y="1508760"/>
            <a:ext cx="73152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0" y="13716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14447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2148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Find similar</a:t>
            </a:r>
            <a:br/>
            <a:r>
              <a:t>defects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49440" y="1508760"/>
            <a:ext cx="73152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06640" y="13716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4447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59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2148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Search knowledge</a:t>
            </a:r>
            <a:br/>
            <a:r>
              <a:t>documents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686800" y="1508760"/>
            <a:ext cx="731520" cy="274320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0" y="13716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4447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01168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1488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Generate AI</a:t>
            </a:r>
            <a:br/>
            <a:r>
              <a:t>resolutions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74720"/>
            <a:ext cx="10972800" cy="2560320"/>
          </a:xfrm>
          <a:prstGeom prst="round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1E1E"/>
                </a:solidFill>
              </a:defRPr>
            </a:pPr>
            <a:r>
              <a:t>📊 Enhanced Response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206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4340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1️⃣</a:t>
            </a:r>
          </a:p>
          <a:p>
            <a:pPr algn="ctr">
              <a:defRPr sz="1200" b="1"/>
            </a:pPr>
            <a:r>
              <a:t>Matching Defects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ACC &amp; SIT results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4206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434340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2️⃣</a:t>
            </a:r>
          </a:p>
          <a:p>
            <a:pPr algn="ctr">
              <a:defRPr sz="1200" b="1"/>
            </a:pPr>
            <a:r>
              <a:t>Similar Defects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80-90% match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4206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434340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3️⃣</a:t>
            </a:r>
          </a:p>
          <a:p>
            <a:pPr algn="ctr">
              <a:defRPr sz="1200" b="1"/>
            </a:pPr>
            <a:r>
              <a:t>AI Resolutions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Smart suggestions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199" y="4206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199" y="434340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4️⃣</a:t>
            </a:r>
          </a:p>
          <a:p>
            <a:pPr algn="ctr">
              <a:defRPr sz="1200" b="1"/>
            </a:pPr>
            <a:r>
              <a:t>Documents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Related docs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4206240"/>
            <a:ext cx="20116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4343400"/>
            <a:ext cx="2011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5️⃣</a:t>
            </a:r>
          </a:p>
          <a:p>
            <a:pPr algn="ctr">
              <a:defRPr sz="1200" b="1"/>
            </a:pPr>
            <a:r>
              <a:t>Summary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AI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Demo: User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© 2026 DefectSearch AI | Powered by AI | Amdocs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0F2F6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📷 Screenshot 1: Main Dashboard</a:t>
            </a:r>
            <a:br/>
            <a:r>
              <a:t>(Show navbar, ACC/SIT tables, Traditional Search)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2286000"/>
          </a:xfrm>
          <a:prstGeom prst="rect">
            <a:avLst/>
          </a:prstGeom>
          <a:solidFill>
            <a:srgbClr val="F0F2F6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📷 Screenshot 2: AI-Enhanced Search</a:t>
            </a:r>
            <a:br/>
            <a:r>
              <a:t>(Show search box, AI System Status)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486400" cy="2286000"/>
          </a:xfrm>
          <a:prstGeom prst="rect">
            <a:avLst/>
          </a:prstGeom>
          <a:solidFill>
            <a:srgbClr val="F0F2F6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📷 Screenshot 3: AI Search Results</a:t>
            </a:r>
            <a:br/>
            <a:r>
              <a:t>(Show Similar Defects, AI Resolutions)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49039"/>
            <a:ext cx="5486400" cy="2286000"/>
          </a:xfrm>
          <a:prstGeom prst="rect">
            <a:avLst/>
          </a:prstGeom>
          <a:solidFill>
            <a:srgbClr val="F0F2F6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617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📷 Screenshot 4: Knowledge Documents &amp; Summary</a:t>
            </a:r>
            <a:br/>
            <a:r>
              <a:t>(Show Related Docs, AI Context Summary)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Benefits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© 2026 DefectSearch AI | Powered by AI | Amdocs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✅ Key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⏱️ Reduce defect search time from 15-30 min to seconds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🎯 Higher accuracy with semantic understanding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📈 Learn from historical patterns automatically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📚 Integrated knowledge base for context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💰 100% open-source, no API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96F3"/>
                </a:solidFill>
              </a:defRPr>
            </a:pPr>
            <a:r>
              <a:t>🚀 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🔄 Auto-learning from resolved defects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📧 Email/Slack notifications for similar issues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📊 Advanced analytics dashboard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🔗 JIRA/ServiceNow integration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🌐 Multi-language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0058400" cy="16459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🎯 Ready for Demo!</a:t>
            </a:r>
          </a:p>
          <a:p>
            <a:pPr algn="ctr">
              <a:defRPr sz="1800">
                <a:solidFill>
                  <a:srgbClr val="E74C3C"/>
                </a:solidFill>
              </a:defRPr>
            </a:pPr>
            <a:r>
              <a:t>Let's see DefectSearch AI 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